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82F6"/>
                </a:solidFill>
              </a:rPr>
              <a:t>DECAFLOW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Privacy Infrastructure for DeFi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3200400"/>
            <a:ext cx="4572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PRE-SEED ROUND  •  JANUARY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decaflow.xyz  |  @decaflow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DeFi users lose $1B+ annually to MEV extraction.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Every swap on public blockchains is visible. Bots front-run, sandwich, and extract value from users.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$1.38B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MEV extracted 2024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68%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Users front-run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$0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94360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Protocol-level solutions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Existing solutions are band-aids: Private mempools delay the problem. MEV rebates return pennies. Wallet-level protection doesn't scale.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DecaFlow: Protocol-level privacy that just works.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First privacy-native DEX aggregator with MEV protection baked into the architecture.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User initiates swap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0312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Privacy routing obscures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97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③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11480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DLMM pools execute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④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MEV-protected settle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Result: DeFi that protects users by default. No front-running. No sandwich attacks.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WHAT WE'VE BUILT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Live on Arbitrum Mainnet since December 20, 2025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38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Real Swaps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28600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Security Incidents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29768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Uptime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0936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Chains Ready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CORE INTEGRATIONS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⬡ Chainlink CCIP — Cross-chain     ⬡ CoW Protocol — MEV-resistant     ⬡ Circle USDC — Compliant rails     ⬡ Custom DLMM — Concentrated liquidity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THE PRODUCT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CONSUMER DEX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decaflow.xyz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Privacy-first token swaps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MEV protection on every trade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Cross-chain via Chainlink CCIP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Gamified onboarding (Pioneer 100)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PRIVACY SDK (B2B)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Privacy-as-a-Service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5-line integration for any protocol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White-label MEV protection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API-first architecture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Enterprise partner dashboard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A1628"/>
                </a:solidFill>
              </a:rPr>
              <a:t>"We're not competing with Uniswap. We're the layer Uniswap integrates."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Revenue Stream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Fee Structure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Consumer Swaps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0.3% per transaction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Retail traders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SDK Free Tier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0.3% (≤1K swaps/mo)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Small protocols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SDK Premium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$500/mo + 0.1%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Mid-size protocols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SDK Enterprise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Custom pricing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Large protocols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Unit Economics: $10M partner volume = $10-30K revenue  •  10 B2B × $5K/mo = $50K MRR  •  Path to $1M ARR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</a:rPr>
              <a:t>$130B DEX market. $0 privacy-native infrastructure.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$130B+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Monthly DEX Volume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Our Position: Privacy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$1.4B+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Annual MEV Extraction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Our Position: Protection infra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$50B+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126480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DeFi Infrastructure TAM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Our Position: SDK/API play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WHY NOW: Regulatory pressure • Institutional DeFi entry • MEV awareness mainstream • Infra maturity (Chainlink, CoW, Circle)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COMPETITIVE LANDSCAPE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Protocol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MEV Protection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Privacy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B2B SDK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Uniswap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1inch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CoW Swap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</a:rPr>
                        <a:t>DecaFlow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</a:rPr>
                        <a:t>✅ AI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OUR MOAT: DLMM + privacy routing is novel • Chainlink/CoW/Circle integrations • Infrastructure positioning • B2B revenue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</a:rPr>
              <a:t>Samuel Utibe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B82F6"/>
                </a:solidFill>
              </a:rPr>
              <a:t>Founder &amp; CEO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6+ years building Web3 &amp; blockchain solutions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Co-Founded and scaled multiple technology ventures from 0→1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Deep expertise in smart contracts, DeFi, NFT, and DAO architectures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Led distributed cross-functional teams using Agile/Scrum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WHY 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✓ Shipped mainnet with $0 budget    ✓ Technical depth in privacy + DeFi    ✓ B2C and B2B crypto experience    ✓ Relentless execution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</a:rPr>
              <a:t>Raising $500,000 Pre-Seed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$2M Cap  •  SAFE or Priced Round  •  18 Months Runway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50%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Engineering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$250K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15%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8600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Security Audit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$75K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20%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29768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BD &amp; Partnerships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$100K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15%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Operations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$75K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TARGET: $1M+ monthly volume  •  5-10 SDK customers  •  $50K+ MRR  •  Seed-ready metrics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097280"/>
            <a:ext cx="54864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LET'S BUILD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828800" y="2011680"/>
            <a:ext cx="54864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Samuel Utibe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Founder, DecaFlow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</a:rPr>
              <a:t>decaflowprotocol@gmail.com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decaflow.xyz  •  @decaflow  •  calendly.com/dbossdefi/30min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Confidential  •  DecaFlow Protocol ©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DecaFlow Pitch Deck</dc:title>
  <dc:subject>PptxGenJS Presentation</dc:subject>
  <dc:creator>DecaFlow</dc:creator>
  <cp:lastModifiedBy>DecaFlow</cp:lastModifiedBy>
  <cp:revision>1</cp:revision>
  <dcterms:created xsi:type="dcterms:W3CDTF">2026-02-01T10:58:50Z</dcterms:created>
  <dcterms:modified xsi:type="dcterms:W3CDTF">2026-02-01T10:58:50Z</dcterms:modified>
</cp:coreProperties>
</file>